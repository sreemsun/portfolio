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C0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40" d="100"/>
          <a:sy n="40" d="100"/>
        </p:scale>
        <p:origin x="48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3407A-0C18-7473-4810-CC635CA9E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869E41-EB46-52C7-1B68-680533A4F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B3247-4049-D656-09B7-F220AEEDF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C724-D1C4-4399-B8F1-EFED636BFB2F}" type="datetimeFigureOut">
              <a:rPr lang="en-US" smtClean="0"/>
              <a:t>22-Jul-26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84D1F-3F61-EE70-0656-D64682822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FE512-F301-B86A-AFA0-89D711E1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2437-AF9F-472D-B773-C49AAE2A4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854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B2410-9A4F-7C53-25D3-4C52D59BF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31982-9C4F-0964-3497-FB1D4BD5E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61A66-6228-9137-10DF-9C4706958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C724-D1C4-4399-B8F1-EFED636BFB2F}" type="datetimeFigureOut">
              <a:rPr lang="en-US" smtClean="0"/>
              <a:t>22-Jul-26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91872-78D1-B9AA-6A04-7EEB0FFE1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F6609-99A5-E3C0-1286-E9791C57E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2437-AF9F-472D-B773-C49AAE2A4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95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82F92-DC34-9579-5430-A43484B27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2E405-089A-F3C8-0C7E-7903DA51C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8A09C-613C-FAB6-33B5-8BF5036EF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C724-D1C4-4399-B8F1-EFED636BFB2F}" type="datetimeFigureOut">
              <a:rPr lang="en-US" smtClean="0"/>
              <a:t>22-Jul-26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7AACE-5315-5DDF-6600-74BE44F15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6CFB2-636D-3A20-0BEC-953026FA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2437-AF9F-472D-B773-C49AAE2A4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1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B2500-5881-A64E-4663-2EF0297F4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0CEE0-91FA-4C33-8DA1-DF0FFE955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4354E-A433-B269-4600-E64172367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8C73F-1897-CF5F-A4A6-86D431B1A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C724-D1C4-4399-B8F1-EFED636BFB2F}" type="datetimeFigureOut">
              <a:rPr lang="en-US" smtClean="0"/>
              <a:t>22-Jul-26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DFB822-6181-7EB9-DC2C-C0978996B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4A7C63-9F8B-5258-3C2A-894BCAFCC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2437-AF9F-472D-B773-C49AAE2A4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319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2B7CE-DF9D-62E9-A2B2-EAF4F5CD6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CEDA3-1919-A178-D45B-20804178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3A375B-F2D3-F9F0-48C7-9FC8FC2CC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5BE7C3-9377-BAA4-E465-636A94316C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3BF47-3FD2-4EC7-904E-CF3588D14E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EFF5C8-7838-5CB1-D7D4-1A9811F3A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C724-D1C4-4399-B8F1-EFED636BFB2F}" type="datetimeFigureOut">
              <a:rPr lang="en-US" smtClean="0"/>
              <a:t>22-Jul-26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116AFB-740F-1C89-141B-DAE81AEA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F7BF01-9E6B-4903-DFC5-9A9A2FAFA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2437-AF9F-472D-B773-C49AAE2A4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09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A032B-9EA2-7858-62F1-B4B074FA4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5A682C-791B-A162-4B8E-18B4788DE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C724-D1C4-4399-B8F1-EFED636BFB2F}" type="datetimeFigureOut">
              <a:rPr lang="en-US" smtClean="0"/>
              <a:t>22-Jul-26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C87E80-2F3B-6FD9-D849-2B380893B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F8DED6-3FDD-23AB-F9AC-3D2B48D40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2437-AF9F-472D-B773-C49AAE2A4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05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8312CE-2405-4150-21D4-13B4D1029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C724-D1C4-4399-B8F1-EFED636BFB2F}" type="datetimeFigureOut">
              <a:rPr lang="en-US" smtClean="0"/>
              <a:t>22-Jul-26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5E0C2F-0D42-B8D2-3F23-7ACBDF2C8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50509-BF44-97CD-5BDA-B6C98FF81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2437-AF9F-472D-B773-C49AAE2A4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14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E23FE-1EBB-574E-1794-7C834A74A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0C090-C891-8EC5-0864-74568F60C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BBA947-4604-68EE-55A1-DCBDCFFA12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06A38-1003-321D-4EAC-9FA78DC07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C724-D1C4-4399-B8F1-EFED636BFB2F}" type="datetimeFigureOut">
              <a:rPr lang="en-US" smtClean="0"/>
              <a:t>22-Jul-26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01BB6-EFCE-3CA1-459F-2EB863572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1BAC9-94CB-2838-8527-E8D0D2F05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2437-AF9F-472D-B773-C49AAE2A4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74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DD27C-00A8-6372-6DE8-DD08C3827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1DB7D1-3457-676D-466B-4539CBD6D4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97CAC0-0055-FD83-DC93-B712567CB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259E7-BB19-74C4-0650-AC44D04BC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C724-D1C4-4399-B8F1-EFED636BFB2F}" type="datetimeFigureOut">
              <a:rPr lang="en-US" smtClean="0"/>
              <a:t>22-Jul-26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E895D-26B6-29BB-8F59-9D0C44E78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9D164-148C-EBA7-D9AE-8E55E169C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2437-AF9F-472D-B773-C49AAE2A4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37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C8821-BFD9-879D-353F-B46AAF3BB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73A72-BFE9-1622-B19C-65151F917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187D9-3E17-63FA-3E09-651557B9B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C724-D1C4-4399-B8F1-EFED636BFB2F}" type="datetimeFigureOut">
              <a:rPr lang="en-US" smtClean="0"/>
              <a:t>22-Jul-26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0B938-26D6-5425-9BC8-530ED002F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93BA6-CF70-16FF-F83A-35187F416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2437-AF9F-472D-B773-C49AAE2A4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3A701E-A096-DE84-F7C8-71E92F08FC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4804D4-B566-77E5-FE2C-6D20CAE70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0A014-AA04-38DF-BD20-E426A61B7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C724-D1C4-4399-B8F1-EFED636BFB2F}" type="datetimeFigureOut">
              <a:rPr lang="en-US" smtClean="0"/>
              <a:t>22-Jul-26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4EA8E-C09A-2851-A162-CF4B78C7D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1750B-43F2-045C-4428-4EE97104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2437-AF9F-472D-B773-C49AAE2A4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087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0B094E-ABC2-DF8A-E0E1-065743EC6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14B45-AAC5-F3C4-77DD-4480D12D1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08984-ABE8-FFDE-D1E6-2D07CAF607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76C724-D1C4-4399-B8F1-EFED636BFB2F}" type="datetimeFigureOut">
              <a:rPr lang="en-US" smtClean="0"/>
              <a:t>22-Jul-26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1AC71-4C02-34F8-1A46-F4FEE42F9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C6C6D-CEA2-342B-C50B-27A213EBEE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5B2437-AF9F-472D-B773-C49AAE2A4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898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EACA6A-2B42-2C81-DBE6-FFCF8AEDC3C1}"/>
              </a:ext>
            </a:extLst>
          </p:cNvPr>
          <p:cNvSpPr txBox="1"/>
          <p:nvPr/>
        </p:nvSpPr>
        <p:spPr>
          <a:xfrm>
            <a:off x="4994786" y="352516"/>
            <a:ext cx="676459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CGPA : 7.96</a:t>
            </a:r>
          </a:p>
          <a:p>
            <a:endParaRPr lang="en-US" sz="2000" b="1" dirty="0"/>
          </a:p>
          <a:p>
            <a:r>
              <a:rPr lang="en-US" sz="2000" b="1" dirty="0"/>
              <a:t>Number of Backlogs : 0</a:t>
            </a:r>
          </a:p>
          <a:p>
            <a:endParaRPr lang="en-US" sz="2000" b="1" dirty="0"/>
          </a:p>
          <a:p>
            <a:r>
              <a:rPr lang="en-US" sz="2000" b="1" dirty="0"/>
              <a:t>Career Interest of Student</a:t>
            </a:r>
          </a:p>
          <a:p>
            <a:endParaRPr lang="en-US" sz="2000" dirty="0"/>
          </a:p>
          <a:p>
            <a:pPr marL="342900" indent="-342900">
              <a:buAutoNum type="arabicPeriod"/>
            </a:pPr>
            <a:r>
              <a:rPr lang="en-US" sz="2000" dirty="0"/>
              <a:t>Higher studies (</a:t>
            </a:r>
            <a:r>
              <a:rPr lang="en-US" sz="2000" dirty="0" err="1"/>
              <a:t>M.Tech</a:t>
            </a:r>
            <a:r>
              <a:rPr lang="en-US" sz="2000" dirty="0"/>
              <a:t> or MBA).</a:t>
            </a:r>
          </a:p>
          <a:p>
            <a:pPr marL="342900" indent="-342900">
              <a:buAutoNum type="arabicPeriod"/>
            </a:pPr>
            <a:r>
              <a:rPr lang="en-US" sz="2000" dirty="0"/>
              <a:t>Data Analytics  </a:t>
            </a:r>
          </a:p>
          <a:p>
            <a:pPr marL="342900" indent="-342900">
              <a:buAutoNum type="arabicPeriod"/>
            </a:pPr>
            <a:r>
              <a:rPr lang="en-US" sz="2000"/>
              <a:t>AI/ML </a:t>
            </a:r>
            <a:r>
              <a:rPr lang="en-US" sz="2000" dirty="0"/>
              <a:t>Engineering </a:t>
            </a:r>
          </a:p>
          <a:p>
            <a:endParaRPr lang="en-US" sz="2000" dirty="0"/>
          </a:p>
          <a:p>
            <a:r>
              <a:rPr lang="en-US" sz="2000" b="1" dirty="0"/>
              <a:t>Industry Mentor :</a:t>
            </a:r>
          </a:p>
          <a:p>
            <a:pPr marL="342900" indent="-342900">
              <a:buAutoNum type="arabicPeriod"/>
            </a:pPr>
            <a:endParaRPr lang="en-US" sz="2000" dirty="0"/>
          </a:p>
          <a:p>
            <a:r>
              <a:rPr lang="en-US" sz="2000" b="1" dirty="0"/>
              <a:t>Internship Details</a:t>
            </a:r>
          </a:p>
          <a:p>
            <a:r>
              <a:rPr lang="en-US" sz="2000" dirty="0"/>
              <a:t>1. Machine Learning Intern – </a:t>
            </a:r>
            <a:r>
              <a:rPr lang="en-US" sz="2000" dirty="0" err="1"/>
              <a:t>FlyRank</a:t>
            </a:r>
            <a:r>
              <a:rPr lang="en-US" sz="2000" dirty="0"/>
              <a:t> AI (Ongoing)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4B6404-512D-E39E-6460-824FE8A00451}"/>
              </a:ext>
            </a:extLst>
          </p:cNvPr>
          <p:cNvCxnSpPr>
            <a:cxnSpLocks/>
          </p:cNvCxnSpPr>
          <p:nvPr/>
        </p:nvCxnSpPr>
        <p:spPr>
          <a:xfrm>
            <a:off x="4798142" y="5919022"/>
            <a:ext cx="739385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765369F-BC87-C9AC-6C41-535295D6FE79}"/>
              </a:ext>
            </a:extLst>
          </p:cNvPr>
          <p:cNvSpPr/>
          <p:nvPr/>
        </p:nvSpPr>
        <p:spPr>
          <a:xfrm>
            <a:off x="-1" y="0"/>
            <a:ext cx="4916129" cy="6857996"/>
          </a:xfrm>
          <a:prstGeom prst="rect">
            <a:avLst/>
          </a:prstGeom>
          <a:solidFill>
            <a:srgbClr val="0CC0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5AAE97-D963-2BEA-A882-E76CEC9A1C51}"/>
              </a:ext>
            </a:extLst>
          </p:cNvPr>
          <p:cNvSpPr txBox="1"/>
          <p:nvPr/>
        </p:nvSpPr>
        <p:spPr>
          <a:xfrm>
            <a:off x="5417574" y="6135329"/>
            <a:ext cx="6341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DEPARTMENT OF COMPUTER SCIENCE AND ENGINEERING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2234A6-8830-C27D-8BBD-83DE070F9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792" y="460668"/>
            <a:ext cx="2946196" cy="10633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68CD4AA-ECE4-4C54-D99B-475254546634}"/>
              </a:ext>
            </a:extLst>
          </p:cNvPr>
          <p:cNvSpPr txBox="1"/>
          <p:nvPr/>
        </p:nvSpPr>
        <p:spPr>
          <a:xfrm>
            <a:off x="383456" y="5447071"/>
            <a:ext cx="4149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SREEMSUN ANAND</a:t>
            </a:r>
            <a:endParaRPr lang="en-US" b="1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EB931D3-53F5-4617-46E0-6D1ABEABC920}"/>
              </a:ext>
            </a:extLst>
          </p:cNvPr>
          <p:cNvSpPr/>
          <p:nvPr/>
        </p:nvSpPr>
        <p:spPr>
          <a:xfrm>
            <a:off x="1322436" y="2037733"/>
            <a:ext cx="2271252" cy="2782529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51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51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SREEMSUN ANAND</dc:creator>
  <cp:lastModifiedBy>SREEMSUN ANAND</cp:lastModifiedBy>
  <cp:revision>5</cp:revision>
  <dcterms:created xsi:type="dcterms:W3CDTF">2026-07-18T16:25:21Z</dcterms:created>
  <dcterms:modified xsi:type="dcterms:W3CDTF">2026-07-22T15:30:37Z</dcterms:modified>
</cp:coreProperties>
</file>